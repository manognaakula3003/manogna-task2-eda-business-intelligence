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Dashboard - EDA &amp; Business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Total Sales</a:t>
            </a:r>
          </a:p>
          <a:p>
            <a:r>
              <a:t>10,032,628.85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6400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Top Customer</a:t>
            </a:r>
          </a:p>
          <a:p>
            <a:r>
              <a:t>Euro Shopping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6400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Top Product</a:t>
            </a:r>
          </a:p>
          <a:p>
            <a:r>
              <a:t>Classic Cars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6400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Top Country</a:t>
            </a:r>
          </a:p>
          <a:p>
            <a:r>
              <a:t>USA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6400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Top Month</a:t>
            </a:r>
          </a:p>
          <a:p>
            <a:r>
              <a:t>November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3840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Insert Screenshot:</a:t>
            </a:r>
          </a:p>
          <a:p>
            <a:r>
              <a:rPr dirty="0"/>
              <a:t>Top Customers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840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Insert Screenshot:</a:t>
            </a:r>
          </a:p>
          <a:p>
            <a:r>
              <a:rPr dirty="0"/>
              <a:t>Product Line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3840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Screenshot:</a:t>
            </a:r>
          </a:p>
          <a:p>
            <a:r>
              <a:t>Country Sales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200400"/>
            <a:ext cx="3840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Insert Screenshot:</a:t>
            </a:r>
          </a:p>
          <a:p>
            <a:r>
              <a:rPr dirty="0"/>
              <a:t>Monthly Trend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754880"/>
            <a:ext cx="3840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Screenshot:</a:t>
            </a:r>
          </a:p>
          <a:p>
            <a:r>
              <a:t>Deal Size Pie 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754880"/>
            <a:ext cx="3840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Insert Screenshot:</a:t>
            </a:r>
          </a:p>
          <a:p>
            <a:r>
              <a:rPr dirty="0"/>
              <a:t>Correlation Heatmap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C38ED7-A12E-072A-6A3B-4C7AFA497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3840480" cy="11661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2F0361-C769-54AE-C2EB-B5FCC1269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5919"/>
            <a:ext cx="3923071" cy="1166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A6B53B-4B31-47D3-B5C9-54494A5A0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32557"/>
            <a:ext cx="3840480" cy="11651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5BDD48-E6E6-A121-2F6E-2832F63B2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510" y="3200400"/>
            <a:ext cx="3923071" cy="10972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B020A7B-EB06-AE69-0A7F-B00758F36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1" y="4642863"/>
            <a:ext cx="3931920" cy="14924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D6C62F7-47FE-5DE7-C1EB-6A7C4AB8C8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1" y="4686054"/>
            <a:ext cx="4206240" cy="2158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akula sri manogna</cp:lastModifiedBy>
  <cp:revision>2</cp:revision>
  <dcterms:created xsi:type="dcterms:W3CDTF">2013-01-27T09:14:16Z</dcterms:created>
  <dcterms:modified xsi:type="dcterms:W3CDTF">2026-06-14T11:58:07Z</dcterms:modified>
  <cp:category/>
</cp:coreProperties>
</file>